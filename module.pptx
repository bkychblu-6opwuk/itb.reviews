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86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11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04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69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87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47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12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97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835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338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57749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687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845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075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867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7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5D55A7-593C-4A43-A5E8-FEA2FC53B3C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F2143-3908-4753-814C-FBB0830437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460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Создание модуля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71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заготовки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Размещаете директорию в </a:t>
            </a:r>
            <a:r>
              <a:rPr lang="en-US" dirty="0" smtClean="0"/>
              <a:t>/local/modules/</a:t>
            </a:r>
            <a:endParaRPr lang="ru-RU" dirty="0" smtClean="0"/>
          </a:p>
          <a:p>
            <a:r>
              <a:rPr lang="ru-RU" dirty="0" smtClean="0"/>
              <a:t>Директорию можете называть в свободной форме, но обычно название пишется в нижнем регистре, если название разделяется точкой, то этот модуль</a:t>
            </a:r>
            <a:r>
              <a:rPr lang="en-US" dirty="0" smtClean="0"/>
              <a:t> </a:t>
            </a:r>
            <a:r>
              <a:rPr lang="ru-RU" dirty="0" smtClean="0"/>
              <a:t>будет распознаваться как разработка партнера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857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Установка модуля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Файлы размещать в директории </a:t>
            </a:r>
            <a:r>
              <a:rPr lang="en-US" dirty="0" smtClean="0"/>
              <a:t>install</a:t>
            </a:r>
          </a:p>
          <a:p>
            <a:r>
              <a:rPr lang="ru-RU" dirty="0" smtClean="0"/>
              <a:t>Вся установка должна быть описана в файле </a:t>
            </a:r>
            <a:r>
              <a:rPr lang="en-US" dirty="0" err="1" smtClean="0"/>
              <a:t>index.php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en-US" dirty="0" err="1" smtClean="0"/>
              <a:t>index.php</a:t>
            </a:r>
            <a:r>
              <a:rPr lang="en-US" dirty="0" smtClean="0"/>
              <a:t> </a:t>
            </a:r>
            <a:r>
              <a:rPr lang="ru-RU" dirty="0" smtClean="0"/>
              <a:t>должен быть класс, название которого является названием модуля, но в нижнем регистре, точка в названии заменяется нижним подчеркиванием</a:t>
            </a:r>
          </a:p>
          <a:p>
            <a:r>
              <a:rPr lang="ru-RU" dirty="0" smtClean="0"/>
              <a:t>Класс должен наследоваться от \</a:t>
            </a:r>
            <a:r>
              <a:rPr lang="en-US" dirty="0" err="1"/>
              <a:t>CModule</a:t>
            </a:r>
            <a:endParaRPr lang="en-US" dirty="0"/>
          </a:p>
          <a:p>
            <a:r>
              <a:rPr lang="ru-RU" dirty="0" smtClean="0"/>
              <a:t>Так же обычно в директории размещается файл </a:t>
            </a:r>
            <a:r>
              <a:rPr lang="en-US" dirty="0" err="1" smtClean="0"/>
              <a:t>version.php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772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</a:t>
            </a:r>
            <a:r>
              <a:rPr lang="en-US" dirty="0" err="1" smtClean="0"/>
              <a:t>ersion.php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705451"/>
            <a:ext cx="6552870" cy="250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93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Install/</a:t>
            </a:r>
            <a:r>
              <a:rPr lang="en-US" dirty="0" err="1" smtClean="0"/>
              <a:t>index.php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0" y="1488690"/>
            <a:ext cx="8341161" cy="53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3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doInstall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52918"/>
            <a:ext cx="3754065" cy="4195481"/>
          </a:xfrm>
        </p:spPr>
        <p:txBody>
          <a:bodyPr/>
          <a:lstStyle/>
          <a:p>
            <a:r>
              <a:rPr lang="ru-RU" dirty="0" smtClean="0"/>
              <a:t>Установка модуля пишется в свободной форме, самое главное зарегистрировать модуль через - </a:t>
            </a:r>
            <a:r>
              <a:rPr lang="en-US" dirty="0" err="1"/>
              <a:t>ModuleManager</a:t>
            </a:r>
            <a:r>
              <a:rPr lang="en-US" dirty="0"/>
              <a:t>::</a:t>
            </a:r>
            <a:r>
              <a:rPr lang="en-US" dirty="0" err="1"/>
              <a:t>registerModule</a:t>
            </a:r>
            <a:r>
              <a:rPr lang="en-US" dirty="0"/>
              <a:t>($this-&gt;MODULE_ID);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65" y="61546"/>
            <a:ext cx="8433192" cy="673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10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Разбиение установки на шаги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2052918"/>
            <a:ext cx="4633546" cy="4195481"/>
          </a:xfrm>
        </p:spPr>
        <p:txBody>
          <a:bodyPr/>
          <a:lstStyle/>
          <a:p>
            <a:r>
              <a:rPr lang="ru-RU" dirty="0" smtClean="0"/>
              <a:t>Создать в файлы, которые будут страницами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27" y="1242889"/>
            <a:ext cx="7917473" cy="56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64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Завершение установки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74" y="1190625"/>
            <a:ext cx="69723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1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Удаление модуля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052918"/>
            <a:ext cx="9411683" cy="314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53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Установка</a:t>
            </a:r>
            <a:r>
              <a:rPr lang="en-US" dirty="0" smtClean="0"/>
              <a:t> </a:t>
            </a:r>
            <a:r>
              <a:rPr lang="ru-RU" dirty="0" smtClean="0"/>
              <a:t>и удаление файлов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52918"/>
            <a:ext cx="5029201" cy="4195481"/>
          </a:xfrm>
        </p:spPr>
        <p:txBody>
          <a:bodyPr/>
          <a:lstStyle/>
          <a:p>
            <a:r>
              <a:rPr lang="ru-RU" dirty="0" smtClean="0"/>
              <a:t>Нужно скопировать файлы из директории модуля куда либо.</a:t>
            </a:r>
          </a:p>
          <a:p>
            <a:r>
              <a:rPr lang="ru-RU" dirty="0" smtClean="0"/>
              <a:t>Например компоненты в </a:t>
            </a:r>
            <a:r>
              <a:rPr lang="en-US" dirty="0" err="1" smtClean="0"/>
              <a:t>bitrix</a:t>
            </a:r>
            <a:r>
              <a:rPr lang="en-US" dirty="0" smtClean="0"/>
              <a:t>/components</a:t>
            </a:r>
          </a:p>
          <a:p>
            <a:r>
              <a:rPr lang="ru-RU" dirty="0" smtClean="0"/>
              <a:t>Обычно используется функция </a:t>
            </a:r>
            <a:r>
              <a:rPr lang="en-US" dirty="0" err="1" smtClean="0"/>
              <a:t>CopyDirFiles</a:t>
            </a:r>
            <a:endParaRPr lang="ru-RU" dirty="0" smtClean="0"/>
          </a:p>
          <a:p>
            <a:r>
              <a:rPr lang="ru-RU" dirty="0" smtClean="0"/>
              <a:t>Для удаления - </a:t>
            </a:r>
            <a:r>
              <a:rPr lang="en-US" dirty="0" err="1"/>
              <a:t>DeleteDirFilesEx</a:t>
            </a:r>
            <a:endParaRPr lang="en-US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379" y="2052918"/>
            <a:ext cx="6673148" cy="21585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379" y="4211515"/>
            <a:ext cx="6688398" cy="13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Создание таблиц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2052918"/>
            <a:ext cx="4427052" cy="4195481"/>
          </a:xfrm>
        </p:spPr>
        <p:txBody>
          <a:bodyPr/>
          <a:lstStyle/>
          <a:p>
            <a:r>
              <a:rPr lang="ru-RU" dirty="0" smtClean="0"/>
              <a:t>Обычно создание таблиц реализуется в классе </a:t>
            </a:r>
            <a:r>
              <a:rPr lang="en-US" dirty="0" smtClean="0"/>
              <a:t>ORM</a:t>
            </a:r>
            <a:r>
              <a:rPr lang="ru-RU" dirty="0" smtClean="0"/>
              <a:t>, а после этот метод вызывается в методе </a:t>
            </a:r>
            <a:r>
              <a:rPr lang="en-US" dirty="0" err="1" smtClean="0"/>
              <a:t>doInstall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409" y="2052918"/>
            <a:ext cx="5737117" cy="190362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409" y="3956538"/>
            <a:ext cx="5737117" cy="191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2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Или создать </a:t>
            </a:r>
            <a:r>
              <a:rPr lang="ru-RU" dirty="0" err="1" smtClean="0"/>
              <a:t>инфоблок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103313" y="2052918"/>
            <a:ext cx="6053626" cy="4195481"/>
          </a:xfrm>
        </p:spPr>
        <p:txBody>
          <a:bodyPr/>
          <a:lstStyle/>
          <a:p>
            <a:r>
              <a:rPr lang="ru-RU" dirty="0" smtClean="0"/>
              <a:t>Используйте </a:t>
            </a:r>
            <a:r>
              <a:rPr lang="en-US" dirty="0" err="1" smtClean="0"/>
              <a:t>Bitrix</a:t>
            </a:r>
            <a:r>
              <a:rPr lang="en-US" dirty="0" smtClean="0"/>
              <a:t>\</a:t>
            </a:r>
            <a:r>
              <a:rPr lang="en-US" dirty="0" err="1" smtClean="0"/>
              <a:t>Iblock</a:t>
            </a:r>
            <a:r>
              <a:rPr lang="en-US" dirty="0" smtClean="0"/>
              <a:t>\</a:t>
            </a:r>
            <a:r>
              <a:rPr lang="en-US" dirty="0" err="1" smtClean="0"/>
              <a:t>IblockTable</a:t>
            </a:r>
            <a:r>
              <a:rPr lang="ru-RU" dirty="0" smtClean="0"/>
              <a:t> для создания </a:t>
            </a:r>
            <a:r>
              <a:rPr lang="ru-RU" dirty="0" err="1" smtClean="0"/>
              <a:t>инфоблока</a:t>
            </a:r>
            <a:endParaRPr lang="ru-RU" dirty="0" smtClean="0"/>
          </a:p>
          <a:p>
            <a:r>
              <a:rPr lang="en-US" dirty="0" err="1" smtClean="0"/>
              <a:t>Bitrix</a:t>
            </a:r>
            <a:r>
              <a:rPr lang="en-US" dirty="0" smtClean="0"/>
              <a:t>\</a:t>
            </a:r>
            <a:r>
              <a:rPr lang="en-US" dirty="0" err="1" smtClean="0"/>
              <a:t>Iblock</a:t>
            </a:r>
            <a:r>
              <a:rPr lang="en-US" dirty="0" smtClean="0"/>
              <a:t>\</a:t>
            </a:r>
            <a:r>
              <a:rPr lang="en-US" dirty="0" err="1" smtClean="0"/>
              <a:t>IblockSiteTable</a:t>
            </a:r>
            <a:r>
              <a:rPr lang="ru-RU" dirty="0" smtClean="0"/>
              <a:t> для привязки </a:t>
            </a:r>
            <a:r>
              <a:rPr lang="ru-RU" dirty="0" err="1" smtClean="0"/>
              <a:t>инфоблока</a:t>
            </a:r>
            <a:r>
              <a:rPr lang="ru-RU" dirty="0" smtClean="0"/>
              <a:t> к сайту</a:t>
            </a:r>
            <a:endParaRPr lang="en-US" dirty="0"/>
          </a:p>
          <a:p>
            <a:r>
              <a:rPr lang="en-US" dirty="0" err="1" smtClean="0"/>
              <a:t>Bitrix</a:t>
            </a:r>
            <a:r>
              <a:rPr lang="en-US" dirty="0" smtClean="0"/>
              <a:t>\</a:t>
            </a:r>
            <a:r>
              <a:rPr lang="en-US" dirty="0" err="1" smtClean="0"/>
              <a:t>Iblock</a:t>
            </a:r>
            <a:r>
              <a:rPr lang="en-US" dirty="0" smtClean="0"/>
              <a:t>\</a:t>
            </a:r>
            <a:r>
              <a:rPr lang="en-US" dirty="0" err="1" smtClean="0"/>
              <a:t>PropertyTable</a:t>
            </a:r>
            <a:r>
              <a:rPr lang="ru-RU" dirty="0" smtClean="0"/>
              <a:t> для создания свойств </a:t>
            </a:r>
            <a:r>
              <a:rPr lang="ru-RU" dirty="0" err="1" smtClean="0"/>
              <a:t>инфоблока</a:t>
            </a:r>
            <a:endParaRPr lang="en-US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875" y="0"/>
            <a:ext cx="4947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7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Регистрация обработчиков событий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2052918"/>
            <a:ext cx="6462346" cy="4195481"/>
          </a:xfrm>
        </p:spPr>
        <p:txBody>
          <a:bodyPr/>
          <a:lstStyle/>
          <a:p>
            <a:r>
              <a:rPr lang="ru-RU" dirty="0" smtClean="0"/>
              <a:t>Используйте методы </a:t>
            </a:r>
            <a:r>
              <a:rPr lang="en-US" dirty="0" err="1" smtClean="0"/>
              <a:t>installEvents</a:t>
            </a:r>
            <a:endParaRPr lang="en-US" dirty="0" smtClean="0"/>
          </a:p>
          <a:p>
            <a:r>
              <a:rPr lang="ru-RU" dirty="0" smtClean="0"/>
              <a:t>При удалении модуля обязательно реализуйте </a:t>
            </a:r>
            <a:r>
              <a:rPr lang="en-US" dirty="0" err="1" smtClean="0"/>
              <a:t>uninstallEvents</a:t>
            </a:r>
            <a:r>
              <a:rPr lang="ru-RU" dirty="0" smtClean="0"/>
              <a:t>, где все обработчики будут отвязаны</a:t>
            </a:r>
            <a:endParaRPr lang="en-US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29" y="2052918"/>
            <a:ext cx="5331801" cy="190421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428" y="3957133"/>
            <a:ext cx="5353175" cy="182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1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Агенты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409" y="1981750"/>
            <a:ext cx="7913761" cy="9372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409" y="3501536"/>
            <a:ext cx="7913761" cy="113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90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 модуля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52918"/>
            <a:ext cx="4721469" cy="4195481"/>
          </a:xfrm>
        </p:spPr>
        <p:txBody>
          <a:bodyPr/>
          <a:lstStyle/>
          <a:p>
            <a:r>
              <a:rPr lang="ru-RU" dirty="0" smtClean="0"/>
              <a:t>Все классы можно размещать в свободной форме в директории модуля</a:t>
            </a:r>
          </a:p>
          <a:p>
            <a:r>
              <a:rPr lang="ru-RU" dirty="0" smtClean="0"/>
              <a:t>Но если вы хотите не заморачиваться с автозагрузкой, рекомендую все классы размещать в директории </a:t>
            </a:r>
            <a:r>
              <a:rPr lang="en-US" dirty="0" smtClean="0"/>
              <a:t>lib</a:t>
            </a:r>
            <a:r>
              <a:rPr lang="ru-RU" dirty="0"/>
              <a:t> </a:t>
            </a:r>
            <a:r>
              <a:rPr lang="ru-RU" dirty="0" smtClean="0"/>
              <a:t>и именовать названия классов и пространства имен в соответствии с </a:t>
            </a:r>
            <a:r>
              <a:rPr lang="en-US" dirty="0" smtClean="0"/>
              <a:t>PSR-4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849" y="2052918"/>
            <a:ext cx="7118151" cy="321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6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Файл </a:t>
            </a:r>
            <a:r>
              <a:rPr lang="en-US" dirty="0" err="1" smtClean="0"/>
              <a:t>include.php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2" y="2052918"/>
            <a:ext cx="9403742" cy="4195481"/>
          </a:xfrm>
        </p:spPr>
        <p:txBody>
          <a:bodyPr/>
          <a:lstStyle/>
          <a:p>
            <a:r>
              <a:rPr lang="ru-RU" dirty="0" smtClean="0"/>
              <a:t>Файл размещается в корне модуля и будет подключен при подключении модуля, там вы можете реализовывать какую либо </a:t>
            </a:r>
            <a:r>
              <a:rPr lang="ru-RU" dirty="0" err="1" smtClean="0"/>
              <a:t>автоподгрузку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95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Настройки модуля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Настройки размещаются в корне модуля в файле </a:t>
            </a:r>
            <a:r>
              <a:rPr lang="en-US" dirty="0" err="1" smtClean="0"/>
              <a:t>options.php</a:t>
            </a:r>
            <a:endParaRPr lang="en-US" dirty="0" smtClean="0"/>
          </a:p>
          <a:p>
            <a:r>
              <a:rPr lang="ru-RU" dirty="0" smtClean="0"/>
              <a:t>И в начале вы всегда просто должны проверить права пользователя и подключить модуль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86137"/>
            <a:ext cx="8803767" cy="217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4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2718"/>
            <a:ext cx="5295167" cy="1400530"/>
          </a:xfrm>
        </p:spPr>
        <p:txBody>
          <a:bodyPr/>
          <a:lstStyle/>
          <a:p>
            <a:r>
              <a:rPr lang="ru-RU" dirty="0" smtClean="0"/>
              <a:t>Вкладки и поля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2052918"/>
            <a:ext cx="6240621" cy="4195481"/>
          </a:xfrm>
        </p:spPr>
        <p:txBody>
          <a:bodyPr/>
          <a:lstStyle/>
          <a:p>
            <a:r>
              <a:rPr lang="ru-RU" dirty="0" smtClean="0"/>
              <a:t>Рекомендую использовать классы для создания вкладок и полей из - </a:t>
            </a:r>
            <a:r>
              <a:rPr lang="en-US" dirty="0"/>
              <a:t>https://git.itb-dev.ru/ITB-dev/itb.core/src/branch/master/itb.core/lib/Modules/Options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21" y="0"/>
            <a:ext cx="5951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71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Сохранение настроек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685085"/>
            <a:ext cx="6508079" cy="467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78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Отображение настроек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022" y="1304925"/>
            <a:ext cx="643890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47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Конфигурация </a:t>
            </a:r>
            <a:r>
              <a:rPr lang="en-US" dirty="0" err="1" smtClean="0"/>
              <a:t>js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css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052918"/>
            <a:ext cx="4429125" cy="4195481"/>
          </a:xfrm>
        </p:spPr>
        <p:txBody>
          <a:bodyPr/>
          <a:lstStyle/>
          <a:p>
            <a:r>
              <a:rPr lang="ru-RU" dirty="0" smtClean="0"/>
              <a:t>Здесь используется конфигурация для использования в связке с классом - </a:t>
            </a:r>
            <a:r>
              <a:rPr lang="en-US" dirty="0" err="1" smtClean="0"/>
              <a:t>Bitrix</a:t>
            </a:r>
            <a:r>
              <a:rPr lang="en-US" dirty="0" smtClean="0"/>
              <a:t>\Main\UI\Extension</a:t>
            </a:r>
            <a:endParaRPr lang="ru-RU" dirty="0" smtClean="0"/>
          </a:p>
          <a:p>
            <a:r>
              <a:rPr lang="ru-RU" dirty="0" smtClean="0"/>
              <a:t>Пример подключения этих скриптов</a:t>
            </a:r>
            <a:r>
              <a:rPr lang="en-US" dirty="0" smtClean="0"/>
              <a:t>/</a:t>
            </a:r>
            <a:r>
              <a:rPr lang="ru-RU" dirty="0" smtClean="0"/>
              <a:t>стилей в шаблоне компонента</a:t>
            </a:r>
            <a:r>
              <a:rPr lang="en-US" dirty="0" smtClean="0"/>
              <a:t>:</a:t>
            </a:r>
            <a:endParaRPr lang="en-US" dirty="0"/>
          </a:p>
          <a:p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1552758"/>
            <a:ext cx="7762875" cy="29622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56" y="4866726"/>
            <a:ext cx="2529253" cy="103546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4515033"/>
            <a:ext cx="6272434" cy="173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008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457</TotalTime>
  <Words>338</Words>
  <Application>Microsoft Office PowerPoint</Application>
  <PresentationFormat>Широкоэкранный</PresentationFormat>
  <Paragraphs>48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Ион</vt:lpstr>
      <vt:lpstr>Создание модуля</vt:lpstr>
      <vt:lpstr>Создание заготовки</vt:lpstr>
      <vt:lpstr>Установка модуля</vt:lpstr>
      <vt:lpstr>version.php</vt:lpstr>
      <vt:lpstr>Install/index.php</vt:lpstr>
      <vt:lpstr>doInstall</vt:lpstr>
      <vt:lpstr>Разбиение установки на шаги</vt:lpstr>
      <vt:lpstr>Завершение установки</vt:lpstr>
      <vt:lpstr>Удаление модуля</vt:lpstr>
      <vt:lpstr>Установка и удаление файлов</vt:lpstr>
      <vt:lpstr>Создание таблиц</vt:lpstr>
      <vt:lpstr>Или создать инфоблок</vt:lpstr>
      <vt:lpstr>Регистрация обработчиков событий</vt:lpstr>
      <vt:lpstr>Агенты</vt:lpstr>
      <vt:lpstr>Классы модуля</vt:lpstr>
      <vt:lpstr>Файл include.php</vt:lpstr>
      <vt:lpstr>Настройки модуля</vt:lpstr>
      <vt:lpstr>Вкладки и поля</vt:lpstr>
      <vt:lpstr>Сохранение настроек</vt:lpstr>
      <vt:lpstr>Отображение настроек</vt:lpstr>
      <vt:lpstr>Конфигурация js и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модуля</dc:title>
  <dc:creator>191</dc:creator>
  <cp:lastModifiedBy>191</cp:lastModifiedBy>
  <cp:revision>9</cp:revision>
  <dcterms:created xsi:type="dcterms:W3CDTF">2024-10-18T02:01:38Z</dcterms:created>
  <dcterms:modified xsi:type="dcterms:W3CDTF">2024-10-18T09:39:20Z</dcterms:modified>
</cp:coreProperties>
</file>